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7478" autoAdjust="0"/>
  </p:normalViewPr>
  <p:slideViewPr>
    <p:cSldViewPr snapToGrid="0">
      <p:cViewPr>
        <p:scale>
          <a:sx n="125" d="100"/>
          <a:sy n="125" d="100"/>
        </p:scale>
        <p:origin x="708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smtClean="0"/>
              <a:t>Formatvorlage des Untertitelmasters durch Klicken bearbeiten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7031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2526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1314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007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0962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97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9006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464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5460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9260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2932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en-GB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75DC4-049D-4A9B-B286-BF003F86F273}" type="datetimeFigureOut">
              <a:rPr lang="en-GB" smtClean="0"/>
              <a:t>25/10/2021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392D24-8B86-4B92-BF71-2898FDE196EB}" type="slidenum">
              <a:rPr lang="en-GB" smtClean="0"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335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3032" y="2327997"/>
            <a:ext cx="640967" cy="703453"/>
          </a:xfrm>
          <a:prstGeom prst="rect">
            <a:avLst/>
          </a:prstGeom>
        </p:spPr>
      </p:pic>
      <p:pic>
        <p:nvPicPr>
          <p:cNvPr id="1030" name="Picture 6" descr="home 5 ic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4126" y="2980642"/>
            <a:ext cx="487736" cy="487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/>
          <p:cNvSpPr txBox="1"/>
          <p:nvPr/>
        </p:nvSpPr>
        <p:spPr>
          <a:xfrm>
            <a:off x="4923314" y="3446015"/>
            <a:ext cx="14093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smtClean="0">
                <a:solidFill>
                  <a:schemeClr val="bg1"/>
                </a:solidFill>
              </a:rPr>
              <a:t>nighttime-imaging.eu</a:t>
            </a:r>
            <a:endParaRPr lang="en-GB" sz="1100" dirty="0">
              <a:solidFill>
                <a:schemeClr val="bg1"/>
              </a:solidFill>
            </a:endParaRPr>
          </a:p>
        </p:txBody>
      </p:sp>
      <p:pic>
        <p:nvPicPr>
          <p:cNvPr id="1034" name="Picture 10" descr="Bild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2098" y="3492605"/>
            <a:ext cx="498322" cy="49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feld 9"/>
          <p:cNvSpPr txBox="1"/>
          <p:nvPr/>
        </p:nvSpPr>
        <p:spPr>
          <a:xfrm>
            <a:off x="2002098" y="5961033"/>
            <a:ext cx="4844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smtClean="0">
                <a:solidFill>
                  <a:schemeClr val="bg1"/>
                </a:solidFill>
              </a:rPr>
              <a:t>NINA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15" name="Textfeld 14"/>
          <p:cNvSpPr txBox="1"/>
          <p:nvPr/>
        </p:nvSpPr>
        <p:spPr>
          <a:xfrm>
            <a:off x="3292635" y="4729436"/>
            <a:ext cx="6270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NINA.Docs</a:t>
            </a:r>
            <a:endParaRPr lang="en-GB" sz="1400" dirty="0">
              <a:solidFill>
                <a:schemeClr val="bg1"/>
              </a:solidFill>
            </a:endParaRPr>
          </a:p>
        </p:txBody>
      </p:sp>
      <p:pic>
        <p:nvPicPr>
          <p:cNvPr id="16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674" y="2460178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feld 16"/>
          <p:cNvSpPr txBox="1"/>
          <p:nvPr/>
        </p:nvSpPr>
        <p:spPr>
          <a:xfrm>
            <a:off x="3025385" y="2902482"/>
            <a:ext cx="112402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NINA.Plugin.Manifests</a:t>
            </a:r>
            <a:endParaRPr lang="en-GB" sz="1100" dirty="0">
              <a:solidFill>
                <a:schemeClr val="bg1"/>
              </a:solidFill>
            </a:endParaRPr>
          </a:p>
        </p:txBody>
      </p:sp>
      <p:sp>
        <p:nvSpPr>
          <p:cNvPr id="21" name="Textfeld 20"/>
          <p:cNvSpPr txBox="1"/>
          <p:nvPr/>
        </p:nvSpPr>
        <p:spPr>
          <a:xfrm>
            <a:off x="1720954" y="1375250"/>
            <a:ext cx="110639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NINA.Plugin.Template</a:t>
            </a:r>
            <a:endParaRPr lang="en-GB" sz="1400" dirty="0">
              <a:solidFill>
                <a:schemeClr val="bg1"/>
              </a:solidFill>
            </a:endParaRPr>
          </a:p>
        </p:txBody>
      </p:sp>
      <p:pic>
        <p:nvPicPr>
          <p:cNvPr id="22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25" y="3513261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21" y="933922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3155" y="4264018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4822" y="5490964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ild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1985" y="5474894"/>
            <a:ext cx="462900" cy="46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Network Service Icon - Silverblue Icons 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422" y="2441557"/>
            <a:ext cx="590761" cy="507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/>
          <p:cNvSpPr txBox="1"/>
          <p:nvPr/>
        </p:nvSpPr>
        <p:spPr>
          <a:xfrm>
            <a:off x="6739441" y="2901946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smtClean="0">
                <a:solidFill>
                  <a:schemeClr val="bg1"/>
                </a:solidFill>
              </a:rPr>
              <a:t>Webservice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12" name="Gerade Verbindung mit Pfeil 11"/>
          <p:cNvCxnSpPr>
            <a:stCxn id="28" idx="2"/>
            <a:endCxn id="1038" idx="0"/>
          </p:cNvCxnSpPr>
          <p:nvPr/>
        </p:nvCxnSpPr>
        <p:spPr>
          <a:xfrm>
            <a:off x="7166802" y="3163556"/>
            <a:ext cx="6633" cy="2311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/>
          <p:cNvCxnSpPr>
            <a:stCxn id="5" idx="1"/>
            <a:endCxn id="1040" idx="3"/>
          </p:cNvCxnSpPr>
          <p:nvPr/>
        </p:nvCxnSpPr>
        <p:spPr>
          <a:xfrm flipH="1">
            <a:off x="7462183" y="2679724"/>
            <a:ext cx="1340849" cy="155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feld 33"/>
          <p:cNvSpPr txBox="1"/>
          <p:nvPr/>
        </p:nvSpPr>
        <p:spPr>
          <a:xfrm>
            <a:off x="7712646" y="2520628"/>
            <a:ext cx="894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Check for</a:t>
            </a:r>
          </a:p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Version or Plugin</a:t>
            </a:r>
            <a:endParaRPr lang="de-DE" sz="800" dirty="0">
              <a:solidFill>
                <a:schemeClr val="bg1"/>
              </a:solidFill>
            </a:endParaRP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U</a:t>
            </a:r>
            <a:r>
              <a:rPr lang="de-DE" sz="800" dirty="0" smtClean="0">
                <a:solidFill>
                  <a:schemeClr val="bg1"/>
                </a:solidFill>
              </a:rPr>
              <a:t>pdates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30" name="Gerade Verbindung mit Pfeil 29"/>
          <p:cNvCxnSpPr>
            <a:stCxn id="1030" idx="3"/>
          </p:cNvCxnSpPr>
          <p:nvPr/>
        </p:nvCxnSpPr>
        <p:spPr>
          <a:xfrm flipV="1">
            <a:off x="5871862" y="2839493"/>
            <a:ext cx="999560" cy="3850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Grafik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422" y="995673"/>
            <a:ext cx="378025" cy="378025"/>
          </a:xfrm>
          <a:prstGeom prst="rect">
            <a:avLst/>
          </a:prstGeom>
        </p:spPr>
      </p:pic>
      <p:cxnSp>
        <p:nvCxnSpPr>
          <p:cNvPr id="39" name="Gerade Verbindung mit Pfeil 38"/>
          <p:cNvCxnSpPr>
            <a:stCxn id="1040" idx="0"/>
            <a:endCxn id="37" idx="2"/>
          </p:cNvCxnSpPr>
          <p:nvPr/>
        </p:nvCxnSpPr>
        <p:spPr>
          <a:xfrm flipV="1">
            <a:off x="7166803" y="1373698"/>
            <a:ext cx="6632" cy="1067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/>
          <p:cNvSpPr txBox="1"/>
          <p:nvPr/>
        </p:nvSpPr>
        <p:spPr>
          <a:xfrm>
            <a:off x="6622642" y="807743"/>
            <a:ext cx="11015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3rd </a:t>
            </a:r>
            <a:r>
              <a:rPr lang="de-DE" sz="800" dirty="0" smtClean="0">
                <a:solidFill>
                  <a:schemeClr val="bg1"/>
                </a:solidFill>
              </a:rPr>
              <a:t>Party </a:t>
            </a:r>
            <a:r>
              <a:rPr lang="de-DE" sz="800" dirty="0" smtClean="0">
                <a:solidFill>
                  <a:schemeClr val="bg1"/>
                </a:solidFill>
              </a:rPr>
              <a:t>Plugin Hosts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49" name="Textfeld 48"/>
          <p:cNvSpPr txBox="1"/>
          <p:nvPr/>
        </p:nvSpPr>
        <p:spPr>
          <a:xfrm>
            <a:off x="6629634" y="5932138"/>
            <a:ext cx="10743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N.I.N.A. Setup Bucket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46" name="Picture 22" descr="Help Manual Icon, HD Png Download - kindpng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2178" y="4312421"/>
            <a:ext cx="458175" cy="3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feld 56"/>
          <p:cNvSpPr txBox="1"/>
          <p:nvPr/>
        </p:nvSpPr>
        <p:spPr>
          <a:xfrm>
            <a:off x="5090827" y="4744328"/>
            <a:ext cx="107433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smtClean="0">
                <a:solidFill>
                  <a:schemeClr val="bg1"/>
                </a:solidFill>
              </a:rPr>
              <a:t>Documentation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50" name="Gerade Verbindung mit Pfeil 49"/>
          <p:cNvCxnSpPr>
            <a:stCxn id="24" idx="3"/>
            <a:endCxn id="1046" idx="1"/>
          </p:cNvCxnSpPr>
          <p:nvPr/>
        </p:nvCxnSpPr>
        <p:spPr>
          <a:xfrm>
            <a:off x="3849215" y="4502048"/>
            <a:ext cx="1552963" cy="6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/>
          <p:cNvSpPr txBox="1"/>
          <p:nvPr/>
        </p:nvSpPr>
        <p:spPr>
          <a:xfrm>
            <a:off x="4264790" y="44915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CI Pipeline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52" name="Picture 28" descr="Heroku: Beschäftigte, Standort, Karriere | LinkedIn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97" y="2588241"/>
            <a:ext cx="354883" cy="354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Textfeld 64"/>
          <p:cNvSpPr txBox="1"/>
          <p:nvPr/>
        </p:nvSpPr>
        <p:spPr>
          <a:xfrm>
            <a:off x="376556" y="3960281"/>
            <a:ext cx="570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NINA.Bot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52" name="Gerade Verbindung mit Pfeil 51"/>
          <p:cNvCxnSpPr>
            <a:stCxn id="22" idx="0"/>
            <a:endCxn id="1052" idx="2"/>
          </p:cNvCxnSpPr>
          <p:nvPr/>
        </p:nvCxnSpPr>
        <p:spPr>
          <a:xfrm flipV="1">
            <a:off x="669155" y="2943124"/>
            <a:ext cx="2384" cy="570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/>
          <p:cNvCxnSpPr>
            <a:stCxn id="1052" idx="0"/>
            <a:endCxn id="1056" idx="2"/>
          </p:cNvCxnSpPr>
          <p:nvPr/>
        </p:nvCxnSpPr>
        <p:spPr>
          <a:xfrm flipV="1">
            <a:off x="671539" y="2085913"/>
            <a:ext cx="9013" cy="502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6" name="Picture 32" descr="Discord befreit „Clyde“ – Design Tagebuch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97" y="1665196"/>
            <a:ext cx="574509" cy="420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Gerade Verbindung mit Pfeil 63"/>
          <p:cNvCxnSpPr>
            <a:stCxn id="25" idx="3"/>
            <a:endCxn id="1038" idx="1"/>
          </p:cNvCxnSpPr>
          <p:nvPr/>
        </p:nvCxnSpPr>
        <p:spPr>
          <a:xfrm flipV="1">
            <a:off x="2480882" y="5706344"/>
            <a:ext cx="4461103" cy="22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feld 79"/>
          <p:cNvSpPr txBox="1"/>
          <p:nvPr/>
        </p:nvSpPr>
        <p:spPr>
          <a:xfrm>
            <a:off x="3359674" y="5677156"/>
            <a:ext cx="10342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Manual deployment</a:t>
            </a:r>
            <a:endParaRPr lang="en-GB" sz="800" dirty="0">
              <a:solidFill>
                <a:schemeClr val="bg1"/>
              </a:solidFill>
            </a:endParaRPr>
          </a:p>
        </p:txBody>
      </p:sp>
      <p:cxnSp>
        <p:nvCxnSpPr>
          <p:cNvPr id="81" name="Gerade Verbindung mit Pfeil 80"/>
          <p:cNvCxnSpPr>
            <a:stCxn id="16" idx="3"/>
            <a:endCxn id="1040" idx="1"/>
          </p:cNvCxnSpPr>
          <p:nvPr/>
        </p:nvCxnSpPr>
        <p:spPr>
          <a:xfrm flipV="1">
            <a:off x="3835734" y="2695319"/>
            <a:ext cx="3035688" cy="2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feld 83"/>
          <p:cNvSpPr txBox="1"/>
          <p:nvPr/>
        </p:nvSpPr>
        <p:spPr>
          <a:xfrm>
            <a:off x="4576735" y="2687116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CI Pipeline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70" name="Gerade Verbindung mit Pfeil 69"/>
          <p:cNvCxnSpPr>
            <a:endCxn id="24" idx="1"/>
          </p:cNvCxnSpPr>
          <p:nvPr/>
        </p:nvCxnSpPr>
        <p:spPr>
          <a:xfrm>
            <a:off x="2499587" y="3997242"/>
            <a:ext cx="873568" cy="504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/>
          <p:cNvCxnSpPr>
            <a:endCxn id="16" idx="1"/>
          </p:cNvCxnSpPr>
          <p:nvPr/>
        </p:nvCxnSpPr>
        <p:spPr>
          <a:xfrm flipV="1">
            <a:off x="2500420" y="2698208"/>
            <a:ext cx="859254" cy="788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/>
          <p:cNvCxnSpPr>
            <a:stCxn id="1034" idx="0"/>
            <a:endCxn id="21" idx="2"/>
          </p:cNvCxnSpPr>
          <p:nvPr/>
        </p:nvCxnSpPr>
        <p:spPr>
          <a:xfrm flipV="1">
            <a:off x="2251259" y="1590694"/>
            <a:ext cx="22892" cy="190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/>
          <p:cNvCxnSpPr>
            <a:stCxn id="1034" idx="1"/>
            <a:endCxn id="22" idx="3"/>
          </p:cNvCxnSpPr>
          <p:nvPr/>
        </p:nvCxnSpPr>
        <p:spPr>
          <a:xfrm flipH="1">
            <a:off x="907185" y="3741766"/>
            <a:ext cx="1094913" cy="9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/>
          <p:cNvCxnSpPr>
            <a:endCxn id="25" idx="0"/>
          </p:cNvCxnSpPr>
          <p:nvPr/>
        </p:nvCxnSpPr>
        <p:spPr>
          <a:xfrm flipH="1">
            <a:off x="2242852" y="3989321"/>
            <a:ext cx="7572" cy="15016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/>
          <p:cNvCxnSpPr/>
          <p:nvPr/>
        </p:nvCxnSpPr>
        <p:spPr>
          <a:xfrm>
            <a:off x="7307845" y="1326599"/>
            <a:ext cx="1492296" cy="1001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feld 114"/>
          <p:cNvSpPr txBox="1"/>
          <p:nvPr/>
        </p:nvSpPr>
        <p:spPr>
          <a:xfrm>
            <a:off x="7971015" y="4383819"/>
            <a:ext cx="5229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Installer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1035" name="Gerade Verbindung mit Pfeil 1034"/>
          <p:cNvCxnSpPr>
            <a:endCxn id="1046" idx="0"/>
          </p:cNvCxnSpPr>
          <p:nvPr/>
        </p:nvCxnSpPr>
        <p:spPr>
          <a:xfrm>
            <a:off x="5627994" y="3725139"/>
            <a:ext cx="3272" cy="587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Gerade Verbindung mit Pfeil 1050"/>
          <p:cNvCxnSpPr/>
          <p:nvPr/>
        </p:nvCxnSpPr>
        <p:spPr>
          <a:xfrm flipV="1">
            <a:off x="7416741" y="3062640"/>
            <a:ext cx="1371418" cy="2464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feld 127"/>
          <p:cNvSpPr txBox="1"/>
          <p:nvPr/>
        </p:nvSpPr>
        <p:spPr>
          <a:xfrm>
            <a:off x="9870792" y="2320309"/>
            <a:ext cx="7906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Earth Rotation</a:t>
            </a:r>
          </a:p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Data Updates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26" name="Picture 2" descr="Crowdin | thirty bees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03" y="5418127"/>
            <a:ext cx="621733" cy="621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Gerade Verbindung mit Pfeil 2"/>
          <p:cNvCxnSpPr/>
          <p:nvPr/>
        </p:nvCxnSpPr>
        <p:spPr>
          <a:xfrm flipH="1" flipV="1">
            <a:off x="960362" y="5617502"/>
            <a:ext cx="1098665" cy="1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/>
          <p:cNvCxnSpPr/>
          <p:nvPr/>
        </p:nvCxnSpPr>
        <p:spPr>
          <a:xfrm>
            <a:off x="977092" y="5849247"/>
            <a:ext cx="10930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/>
          <p:cNvSpPr txBox="1"/>
          <p:nvPr/>
        </p:nvSpPr>
        <p:spPr>
          <a:xfrm>
            <a:off x="305572" y="5910118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Crowdin</a:t>
            </a:r>
          </a:p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Localization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59" name="Textfeld 58"/>
          <p:cNvSpPr txBox="1"/>
          <p:nvPr/>
        </p:nvSpPr>
        <p:spPr>
          <a:xfrm>
            <a:off x="1209772" y="5626451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Auto Sync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67" name="Textfeld 66"/>
          <p:cNvSpPr txBox="1"/>
          <p:nvPr/>
        </p:nvSpPr>
        <p:spPr>
          <a:xfrm>
            <a:off x="795432" y="2653465"/>
            <a:ext cx="4908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Heroku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68" name="Textfeld 67"/>
          <p:cNvSpPr txBox="1"/>
          <p:nvPr/>
        </p:nvSpPr>
        <p:spPr>
          <a:xfrm>
            <a:off x="439157" y="1485278"/>
            <a:ext cx="49885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Discord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69" name="Textfeld 68"/>
          <p:cNvSpPr txBox="1"/>
          <p:nvPr/>
        </p:nvSpPr>
        <p:spPr>
          <a:xfrm>
            <a:off x="10389600" y="803877"/>
            <a:ext cx="93487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Sky Survey Source</a:t>
            </a:r>
            <a:endParaRPr lang="en-GB" sz="800" dirty="0">
              <a:solidFill>
                <a:schemeClr val="bg1"/>
              </a:solidFill>
            </a:endParaRPr>
          </a:p>
        </p:txBody>
      </p:sp>
      <p:cxnSp>
        <p:nvCxnSpPr>
          <p:cNvPr id="73" name="Gerade Verbindung mit Pfeil 72"/>
          <p:cNvCxnSpPr/>
          <p:nvPr/>
        </p:nvCxnSpPr>
        <p:spPr>
          <a:xfrm>
            <a:off x="9479614" y="2616773"/>
            <a:ext cx="1460208" cy="8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/>
          <p:nvPr/>
        </p:nvCxnSpPr>
        <p:spPr>
          <a:xfrm flipH="1" flipV="1">
            <a:off x="9479614" y="2492851"/>
            <a:ext cx="1452856" cy="148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feld 74"/>
          <p:cNvSpPr txBox="1"/>
          <p:nvPr/>
        </p:nvSpPr>
        <p:spPr>
          <a:xfrm>
            <a:off x="8051166" y="1579586"/>
            <a:ext cx="4427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Plugin</a:t>
            </a:r>
          </a:p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files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35" name="Gerade Verbindung mit Pfeil 34"/>
          <p:cNvCxnSpPr/>
          <p:nvPr/>
        </p:nvCxnSpPr>
        <p:spPr>
          <a:xfrm flipV="1">
            <a:off x="9460802" y="1373698"/>
            <a:ext cx="1251017" cy="975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/>
          <p:cNvCxnSpPr/>
          <p:nvPr/>
        </p:nvCxnSpPr>
        <p:spPr>
          <a:xfrm flipH="1">
            <a:off x="9383558" y="1334404"/>
            <a:ext cx="1259042" cy="968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feld 81"/>
          <p:cNvSpPr txBox="1"/>
          <p:nvPr/>
        </p:nvSpPr>
        <p:spPr>
          <a:xfrm>
            <a:off x="10732128" y="2707952"/>
            <a:ext cx="981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datacenter.iers.org</a:t>
            </a:r>
            <a:endParaRPr lang="en-GB" sz="800" dirty="0">
              <a:solidFill>
                <a:schemeClr val="bg1"/>
              </a:solidFill>
            </a:endParaRPr>
          </a:p>
        </p:txBody>
      </p:sp>
      <p:sp>
        <p:nvSpPr>
          <p:cNvPr id="83" name="Textfeld 82"/>
          <p:cNvSpPr txBox="1"/>
          <p:nvPr/>
        </p:nvSpPr>
        <p:spPr>
          <a:xfrm>
            <a:off x="9585922" y="1472867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Request</a:t>
            </a:r>
          </a:p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Image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8828" y="3630368"/>
            <a:ext cx="337178" cy="370074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87315" y="4385078"/>
            <a:ext cx="361105" cy="361105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1970" y="4902059"/>
            <a:ext cx="826934" cy="826934"/>
          </a:xfrm>
          <a:prstGeom prst="rect">
            <a:avLst/>
          </a:prstGeom>
        </p:spPr>
      </p:pic>
      <p:cxnSp>
        <p:nvCxnSpPr>
          <p:cNvPr id="27" name="Gerade Verbindung mit Pfeil 26"/>
          <p:cNvCxnSpPr>
            <a:endCxn id="11" idx="1"/>
          </p:cNvCxnSpPr>
          <p:nvPr/>
        </p:nvCxnSpPr>
        <p:spPr>
          <a:xfrm>
            <a:off x="9479614" y="3044212"/>
            <a:ext cx="959214" cy="771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endCxn id="14" idx="0"/>
          </p:cNvCxnSpPr>
          <p:nvPr/>
        </p:nvCxnSpPr>
        <p:spPr>
          <a:xfrm>
            <a:off x="9410700" y="3087004"/>
            <a:ext cx="457168" cy="12980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/>
          <p:cNvCxnSpPr/>
          <p:nvPr/>
        </p:nvCxnSpPr>
        <p:spPr>
          <a:xfrm>
            <a:off x="9443999" y="3062640"/>
            <a:ext cx="1387543" cy="1943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/>
          <p:cNvCxnSpPr>
            <a:stCxn id="11" idx="2"/>
          </p:cNvCxnSpPr>
          <p:nvPr/>
        </p:nvCxnSpPr>
        <p:spPr>
          <a:xfrm>
            <a:off x="10607417" y="4000442"/>
            <a:ext cx="318796" cy="916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/>
          <p:cNvCxnSpPr>
            <a:stCxn id="14" idx="3"/>
          </p:cNvCxnSpPr>
          <p:nvPr/>
        </p:nvCxnSpPr>
        <p:spPr>
          <a:xfrm>
            <a:off x="10048420" y="4565631"/>
            <a:ext cx="663399" cy="489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feld 78"/>
          <p:cNvSpPr txBox="1"/>
          <p:nvPr/>
        </p:nvSpPr>
        <p:spPr>
          <a:xfrm>
            <a:off x="1541578" y="4002408"/>
            <a:ext cx="72808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 smtClean="0">
                <a:solidFill>
                  <a:schemeClr val="bg1"/>
                </a:solidFill>
              </a:rPr>
              <a:t>Bitbucket</a:t>
            </a:r>
            <a:endParaRPr lang="en-GB" sz="1400" dirty="0">
              <a:solidFill>
                <a:schemeClr val="bg1"/>
              </a:solidFill>
            </a:endParaRPr>
          </a:p>
        </p:txBody>
      </p:sp>
      <p:pic>
        <p:nvPicPr>
          <p:cNvPr id="85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109" y="1247773"/>
            <a:ext cx="154736" cy="154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/>
          <p:cNvCxnSpPr>
            <a:stCxn id="85" idx="2"/>
            <a:endCxn id="16" idx="0"/>
          </p:cNvCxnSpPr>
          <p:nvPr/>
        </p:nvCxnSpPr>
        <p:spPr>
          <a:xfrm flipH="1">
            <a:off x="3597704" y="1402509"/>
            <a:ext cx="3773" cy="105766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feld 85"/>
          <p:cNvSpPr txBox="1"/>
          <p:nvPr/>
        </p:nvSpPr>
        <p:spPr>
          <a:xfrm>
            <a:off x="2911922" y="912612"/>
            <a:ext cx="13885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3rd Party Plugin Repositories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87" name="Textfeld 86"/>
          <p:cNvSpPr txBox="1"/>
          <p:nvPr/>
        </p:nvSpPr>
        <p:spPr>
          <a:xfrm>
            <a:off x="3008904" y="1812758"/>
            <a:ext cx="11945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Submit Plugin Meta Info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88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096" y="1175503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9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9359" y="1175503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0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1727" y="1103766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8450" y="1103406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1026" y="1101060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4" name="Textfeld 93"/>
          <p:cNvSpPr txBox="1"/>
          <p:nvPr/>
        </p:nvSpPr>
        <p:spPr>
          <a:xfrm>
            <a:off x="10803859" y="5830072"/>
            <a:ext cx="6431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Equipment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60" name="Gerade Verbindung mit Pfeil 59"/>
          <p:cNvCxnSpPr>
            <a:stCxn id="92" idx="3"/>
            <a:endCxn id="37" idx="1"/>
          </p:cNvCxnSpPr>
          <p:nvPr/>
        </p:nvCxnSpPr>
        <p:spPr>
          <a:xfrm>
            <a:off x="3832544" y="1175453"/>
            <a:ext cx="3151878" cy="923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feld 120"/>
          <p:cNvSpPr txBox="1"/>
          <p:nvPr/>
        </p:nvSpPr>
        <p:spPr>
          <a:xfrm>
            <a:off x="4678418" y="1149470"/>
            <a:ext cx="9621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 smtClean="0">
                <a:solidFill>
                  <a:schemeClr val="bg1"/>
                </a:solidFill>
              </a:rPr>
              <a:t>Upload Plugin files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41" name="Grafik 14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24" y="1020334"/>
            <a:ext cx="378025" cy="378025"/>
          </a:xfrm>
          <a:prstGeom prst="rect">
            <a:avLst/>
          </a:prstGeom>
        </p:spPr>
      </p:pic>
      <p:pic>
        <p:nvPicPr>
          <p:cNvPr id="142" name="Grafik 14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9" y="2354863"/>
            <a:ext cx="378025" cy="378025"/>
          </a:xfrm>
          <a:prstGeom prst="rect">
            <a:avLst/>
          </a:prstGeom>
        </p:spPr>
      </p:pic>
      <p:cxnSp>
        <p:nvCxnSpPr>
          <p:cNvPr id="1050" name="Gerade Verbindung mit Pfeil 1049"/>
          <p:cNvCxnSpPr>
            <a:stCxn id="23" idx="3"/>
          </p:cNvCxnSpPr>
          <p:nvPr/>
        </p:nvCxnSpPr>
        <p:spPr>
          <a:xfrm>
            <a:off x="2512181" y="1171952"/>
            <a:ext cx="828008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feld 229"/>
          <p:cNvSpPr txBox="1"/>
          <p:nvPr/>
        </p:nvSpPr>
        <p:spPr>
          <a:xfrm>
            <a:off x="614968" y="3111413"/>
            <a:ext cx="6912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>
                <a:solidFill>
                  <a:schemeClr val="bg1"/>
                </a:solidFill>
              </a:rPr>
              <a:t>Manual</a:t>
            </a:r>
          </a:p>
          <a:p>
            <a:r>
              <a:rPr lang="de-DE" sz="800" dirty="0" smtClean="0">
                <a:solidFill>
                  <a:schemeClr val="bg1"/>
                </a:solidFill>
              </a:rPr>
              <a:t>deployment</a:t>
            </a:r>
            <a:endParaRPr lang="en-GB" sz="800" dirty="0">
              <a:solidFill>
                <a:schemeClr val="bg1"/>
              </a:solidFill>
            </a:endParaRPr>
          </a:p>
        </p:txBody>
      </p:sp>
      <p:sp>
        <p:nvSpPr>
          <p:cNvPr id="232" name="Textfeld 231"/>
          <p:cNvSpPr txBox="1"/>
          <p:nvPr/>
        </p:nvSpPr>
        <p:spPr>
          <a:xfrm>
            <a:off x="46479" y="12430"/>
            <a:ext cx="2519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smtClean="0">
                <a:solidFill>
                  <a:schemeClr val="bg1"/>
                </a:solidFill>
              </a:rPr>
              <a:t>N.I.N.A. </a:t>
            </a:r>
            <a:r>
              <a:rPr lang="de-DE" sz="2400" dirty="0" smtClean="0">
                <a:solidFill>
                  <a:schemeClr val="bg1"/>
                </a:solidFill>
              </a:rPr>
              <a:t>Ecosystem</a:t>
            </a:r>
            <a:endParaRPr lang="en-GB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345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</Words>
  <Application>Microsoft Office PowerPoint</Application>
  <PresentationFormat>Breitbild</PresentationFormat>
  <Paragraphs>38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Microsoft-Konto</dc:creator>
  <cp:lastModifiedBy>Microsoft-Konto</cp:lastModifiedBy>
  <cp:revision>30</cp:revision>
  <dcterms:created xsi:type="dcterms:W3CDTF">2021-10-24T21:06:10Z</dcterms:created>
  <dcterms:modified xsi:type="dcterms:W3CDTF">2021-10-25T16:38:03Z</dcterms:modified>
</cp:coreProperties>
</file>