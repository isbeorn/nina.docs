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00B7"/>
    <a:srgbClr val="70330A"/>
    <a:srgbClr val="EB7525"/>
    <a:srgbClr val="0033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63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59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071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92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221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146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437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781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8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42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92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19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057F0-3929-457F-BEA0-5862BB81CD19}" type="datetimeFigureOut">
              <a:rPr lang="en-GB" smtClean="0"/>
              <a:t>16/10/2021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17695-513C-4D69-BE3E-D13D43C4D5C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12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fik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9" y="16389"/>
            <a:ext cx="12051591" cy="3077002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897" y="3946657"/>
            <a:ext cx="2953162" cy="2248214"/>
          </a:xfrm>
          <a:prstGeom prst="rect">
            <a:avLst/>
          </a:prstGeom>
        </p:spPr>
      </p:pic>
      <p:cxnSp>
        <p:nvCxnSpPr>
          <p:cNvPr id="9" name="Gerader Verbinder 8"/>
          <p:cNvCxnSpPr/>
          <p:nvPr/>
        </p:nvCxnSpPr>
        <p:spPr>
          <a:xfrm>
            <a:off x="1108363" y="3463637"/>
            <a:ext cx="0" cy="2916381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2279073" y="3463176"/>
            <a:ext cx="0" cy="2916381"/>
          </a:xfrm>
          <a:prstGeom prst="line">
            <a:avLst/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8132619" y="3463172"/>
            <a:ext cx="0" cy="2916381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641785" y="309384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rgbClr val="FF0000"/>
                </a:solidFill>
              </a:rPr>
              <a:t>Meridian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1555638" y="3094304"/>
            <a:ext cx="1460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rgbClr val="FFFF00"/>
                </a:solidFill>
              </a:rPr>
              <a:t>Minutes</a:t>
            </a:r>
            <a:r>
              <a:rPr lang="de-DE" dirty="0" smtClean="0">
                <a:solidFill>
                  <a:srgbClr val="FFFF00"/>
                </a:solidFill>
              </a:rPr>
              <a:t> after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7173283" y="3093848"/>
            <a:ext cx="1918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rgbClr val="92D050"/>
                </a:solidFill>
              </a:rPr>
              <a:t>Max </a:t>
            </a:r>
            <a:r>
              <a:rPr lang="de-DE" dirty="0" err="1" smtClean="0">
                <a:solidFill>
                  <a:srgbClr val="92D050"/>
                </a:solidFill>
              </a:rPr>
              <a:t>Minutes</a:t>
            </a:r>
            <a:r>
              <a:rPr lang="de-DE" dirty="0" smtClean="0">
                <a:solidFill>
                  <a:srgbClr val="92D050"/>
                </a:solidFill>
              </a:rPr>
              <a:t> after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865348" y="643197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0m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2042983" y="643197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5m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7831091" y="6431972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30m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30" name="Gerader Verbinder 29"/>
          <p:cNvCxnSpPr/>
          <p:nvPr/>
        </p:nvCxnSpPr>
        <p:spPr>
          <a:xfrm>
            <a:off x="3449782" y="3463176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/>
          <p:cNvCxnSpPr/>
          <p:nvPr/>
        </p:nvCxnSpPr>
        <p:spPr>
          <a:xfrm>
            <a:off x="4620492" y="3463175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/>
          <p:cNvCxnSpPr/>
          <p:nvPr/>
        </p:nvCxnSpPr>
        <p:spPr>
          <a:xfrm>
            <a:off x="5791200" y="3463176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/>
          <p:cNvCxnSpPr/>
          <p:nvPr/>
        </p:nvCxnSpPr>
        <p:spPr>
          <a:xfrm>
            <a:off x="6961909" y="3463174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/>
          <p:cNvCxnSpPr/>
          <p:nvPr/>
        </p:nvCxnSpPr>
        <p:spPr>
          <a:xfrm>
            <a:off x="6127750" y="88900"/>
            <a:ext cx="2886" cy="26820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/>
          <p:cNvCxnSpPr/>
          <p:nvPr/>
        </p:nvCxnSpPr>
        <p:spPr>
          <a:xfrm>
            <a:off x="6165850" y="88900"/>
            <a:ext cx="2886" cy="2682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/>
          <p:cNvCxnSpPr/>
          <p:nvPr/>
        </p:nvCxnSpPr>
        <p:spPr>
          <a:xfrm>
            <a:off x="6226175" y="88899"/>
            <a:ext cx="2886" cy="2682009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3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fik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9" y="16389"/>
            <a:ext cx="12051591" cy="3077002"/>
          </a:xfrm>
          <a:prstGeom prst="rect">
            <a:avLst/>
          </a:prstGeom>
        </p:spPr>
      </p:pic>
      <p:cxnSp>
        <p:nvCxnSpPr>
          <p:cNvPr id="41" name="Gerader Verbinder 40"/>
          <p:cNvCxnSpPr/>
          <p:nvPr/>
        </p:nvCxnSpPr>
        <p:spPr>
          <a:xfrm>
            <a:off x="6127750" y="88900"/>
            <a:ext cx="2886" cy="26820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/>
          <p:cNvCxnSpPr/>
          <p:nvPr/>
        </p:nvCxnSpPr>
        <p:spPr>
          <a:xfrm>
            <a:off x="6165850" y="88900"/>
            <a:ext cx="2886" cy="2682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/>
          <p:cNvCxnSpPr/>
          <p:nvPr/>
        </p:nvCxnSpPr>
        <p:spPr>
          <a:xfrm>
            <a:off x="6226175" y="88899"/>
            <a:ext cx="2886" cy="2682009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hteck 38"/>
          <p:cNvSpPr/>
          <p:nvPr/>
        </p:nvSpPr>
        <p:spPr>
          <a:xfrm>
            <a:off x="2320636" y="3470103"/>
            <a:ext cx="5777346" cy="2916381"/>
          </a:xfrm>
          <a:prstGeom prst="rect">
            <a:avLst/>
          </a:prstGeom>
          <a:pattFill prst="trellis">
            <a:fgClr>
              <a:srgbClr val="003300"/>
            </a:fgClr>
            <a:bgClr>
              <a:schemeClr val="bg2">
                <a:lumMod val="2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600" dirty="0" smtClean="0"/>
              <a:t>Meridian Flip Zone</a:t>
            </a:r>
            <a:endParaRPr lang="en-GB" sz="1600" dirty="0"/>
          </a:p>
        </p:txBody>
      </p:sp>
      <p:sp>
        <p:nvSpPr>
          <p:cNvPr id="5" name="Rechteck 4"/>
          <p:cNvSpPr/>
          <p:nvPr/>
        </p:nvSpPr>
        <p:spPr>
          <a:xfrm>
            <a:off x="87457" y="3158836"/>
            <a:ext cx="9004493" cy="3642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897" y="3946657"/>
            <a:ext cx="2953162" cy="2248214"/>
          </a:xfrm>
          <a:prstGeom prst="rect">
            <a:avLst/>
          </a:prstGeom>
        </p:spPr>
      </p:pic>
      <p:cxnSp>
        <p:nvCxnSpPr>
          <p:cNvPr id="9" name="Gerader Verbinder 8"/>
          <p:cNvCxnSpPr/>
          <p:nvPr/>
        </p:nvCxnSpPr>
        <p:spPr>
          <a:xfrm>
            <a:off x="1108363" y="3463637"/>
            <a:ext cx="0" cy="2916381"/>
          </a:xfrm>
          <a:prstGeom prst="line">
            <a:avLst/>
          </a:prstGeom>
          <a:ln w="635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2279073" y="3463176"/>
            <a:ext cx="0" cy="2916381"/>
          </a:xfrm>
          <a:prstGeom prst="line">
            <a:avLst/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8132619" y="3463172"/>
            <a:ext cx="0" cy="2916381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641785" y="3093848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rgbClr val="FF0000"/>
                </a:solidFill>
              </a:rPr>
              <a:t>Meridian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1624138" y="3105340"/>
            <a:ext cx="1317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err="1" smtClean="0">
                <a:solidFill>
                  <a:srgbClr val="FFFF00"/>
                </a:solidFill>
              </a:rPr>
              <a:t>Minutes</a:t>
            </a:r>
            <a:r>
              <a:rPr lang="de-DE" sz="1600" dirty="0" smtClean="0">
                <a:solidFill>
                  <a:srgbClr val="FFFF00"/>
                </a:solidFill>
              </a:rPr>
              <a:t> after</a:t>
            </a:r>
            <a:endParaRPr lang="en-GB" sz="1600" dirty="0">
              <a:solidFill>
                <a:srgbClr val="FFFF00"/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7271386" y="3093392"/>
            <a:ext cx="17224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rgbClr val="92D050"/>
                </a:solidFill>
              </a:rPr>
              <a:t>Max </a:t>
            </a:r>
            <a:r>
              <a:rPr lang="de-DE" sz="1600" dirty="0" err="1" smtClean="0">
                <a:solidFill>
                  <a:srgbClr val="92D050"/>
                </a:solidFill>
              </a:rPr>
              <a:t>Minutes</a:t>
            </a:r>
            <a:r>
              <a:rPr lang="de-DE" sz="1600" dirty="0" smtClean="0">
                <a:solidFill>
                  <a:srgbClr val="92D050"/>
                </a:solidFill>
              </a:rPr>
              <a:t> after</a:t>
            </a:r>
            <a:endParaRPr lang="en-GB" sz="1600" dirty="0">
              <a:solidFill>
                <a:srgbClr val="92D050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865348" y="643197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0m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2042983" y="643197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5m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7831091" y="6431972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30m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30" name="Gerader Verbinder 29"/>
          <p:cNvCxnSpPr/>
          <p:nvPr/>
        </p:nvCxnSpPr>
        <p:spPr>
          <a:xfrm>
            <a:off x="3449782" y="3463176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/>
          <p:cNvCxnSpPr/>
          <p:nvPr/>
        </p:nvCxnSpPr>
        <p:spPr>
          <a:xfrm>
            <a:off x="4620492" y="3463175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/>
          <p:cNvCxnSpPr/>
          <p:nvPr/>
        </p:nvCxnSpPr>
        <p:spPr>
          <a:xfrm>
            <a:off x="5791200" y="3463176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/>
          <p:cNvCxnSpPr/>
          <p:nvPr/>
        </p:nvCxnSpPr>
        <p:spPr>
          <a:xfrm>
            <a:off x="6961909" y="3463174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/>
          <p:cNvSpPr/>
          <p:nvPr/>
        </p:nvSpPr>
        <p:spPr>
          <a:xfrm>
            <a:off x="1149927" y="3463172"/>
            <a:ext cx="1101437" cy="2916381"/>
          </a:xfrm>
          <a:prstGeom prst="rect">
            <a:avLst/>
          </a:prstGeom>
          <a:pattFill prst="ltUpDiag">
            <a:fgClr>
              <a:srgbClr val="EB7525"/>
            </a:fgClr>
            <a:bgClr>
              <a:schemeClr val="bg2">
                <a:lumMod val="2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/>
          <p:cNvSpPr/>
          <p:nvPr/>
        </p:nvSpPr>
        <p:spPr>
          <a:xfrm>
            <a:off x="1700645" y="4578927"/>
            <a:ext cx="3515495" cy="4918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15 </a:t>
            </a:r>
            <a:r>
              <a:rPr lang="de-DE" sz="900" dirty="0" err="1" smtClean="0"/>
              <a:t>Minutes</a:t>
            </a:r>
            <a:r>
              <a:rPr lang="de-DE" sz="900" dirty="0" smtClean="0"/>
              <a:t> </a:t>
            </a:r>
            <a:r>
              <a:rPr lang="de-DE" sz="900" dirty="0" err="1" smtClean="0"/>
              <a:t>Exposure</a:t>
            </a:r>
            <a:endParaRPr lang="en-GB" sz="900" dirty="0"/>
          </a:p>
        </p:txBody>
      </p:sp>
      <p:sp>
        <p:nvSpPr>
          <p:cNvPr id="20" name="Rechteck 19"/>
          <p:cNvSpPr/>
          <p:nvPr/>
        </p:nvSpPr>
        <p:spPr>
          <a:xfrm>
            <a:off x="87457" y="4578926"/>
            <a:ext cx="1576868" cy="4918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15 </a:t>
            </a:r>
            <a:r>
              <a:rPr lang="de-DE" sz="900" dirty="0" err="1" smtClean="0"/>
              <a:t>Minutes</a:t>
            </a:r>
            <a:r>
              <a:rPr lang="de-DE" sz="900" dirty="0" smtClean="0"/>
              <a:t> </a:t>
            </a:r>
            <a:r>
              <a:rPr lang="de-DE" sz="900" dirty="0" err="1" smtClean="0"/>
              <a:t>Exposure</a:t>
            </a:r>
            <a:endParaRPr lang="en-GB" sz="900" dirty="0"/>
          </a:p>
        </p:txBody>
      </p:sp>
      <p:sp>
        <p:nvSpPr>
          <p:cNvPr id="22" name="Rechteck 21"/>
          <p:cNvSpPr/>
          <p:nvPr/>
        </p:nvSpPr>
        <p:spPr>
          <a:xfrm>
            <a:off x="5390999" y="4578926"/>
            <a:ext cx="3515495" cy="4918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/>
          </a:p>
        </p:txBody>
      </p:sp>
      <p:sp>
        <p:nvSpPr>
          <p:cNvPr id="8" name="Rechteck 7"/>
          <p:cNvSpPr/>
          <p:nvPr/>
        </p:nvSpPr>
        <p:spPr>
          <a:xfrm>
            <a:off x="6051550" y="551989"/>
            <a:ext cx="228600" cy="138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Gerader Verbinder 20"/>
          <p:cNvCxnSpPr/>
          <p:nvPr/>
        </p:nvCxnSpPr>
        <p:spPr>
          <a:xfrm flipV="1">
            <a:off x="87456" y="683608"/>
            <a:ext cx="5964095" cy="2473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/>
          <p:cNvCxnSpPr/>
          <p:nvPr/>
        </p:nvCxnSpPr>
        <p:spPr>
          <a:xfrm flipH="1" flipV="1">
            <a:off x="6280151" y="683607"/>
            <a:ext cx="2811799" cy="2474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 32"/>
          <p:cNvSpPr/>
          <p:nvPr/>
        </p:nvSpPr>
        <p:spPr>
          <a:xfrm>
            <a:off x="5818905" y="5259530"/>
            <a:ext cx="3273046" cy="4918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15 </a:t>
            </a:r>
            <a:r>
              <a:rPr lang="de-DE" sz="900" dirty="0" err="1" smtClean="0"/>
              <a:t>Minutes</a:t>
            </a:r>
            <a:r>
              <a:rPr lang="de-DE" sz="900" dirty="0" smtClean="0"/>
              <a:t> </a:t>
            </a:r>
            <a:r>
              <a:rPr lang="de-DE" sz="900" dirty="0" err="1" smtClean="0"/>
              <a:t>Exposure</a:t>
            </a:r>
            <a:endParaRPr lang="en-GB" sz="900" dirty="0"/>
          </a:p>
        </p:txBody>
      </p:sp>
      <p:sp>
        <p:nvSpPr>
          <p:cNvPr id="35" name="Rechteck 34"/>
          <p:cNvSpPr/>
          <p:nvPr/>
        </p:nvSpPr>
        <p:spPr>
          <a:xfrm>
            <a:off x="5390999" y="5259530"/>
            <a:ext cx="367957" cy="4918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Flip</a:t>
            </a:r>
            <a:endParaRPr lang="en-GB" sz="900" dirty="0"/>
          </a:p>
        </p:txBody>
      </p:sp>
      <p:cxnSp>
        <p:nvCxnSpPr>
          <p:cNvPr id="31" name="Gewinkelte Verbindung 30"/>
          <p:cNvCxnSpPr>
            <a:stCxn id="19" idx="3"/>
            <a:endCxn id="35" idx="1"/>
          </p:cNvCxnSpPr>
          <p:nvPr/>
        </p:nvCxnSpPr>
        <p:spPr>
          <a:xfrm>
            <a:off x="5216140" y="4824846"/>
            <a:ext cx="174859" cy="680603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hteck 36"/>
          <p:cNvSpPr/>
          <p:nvPr/>
        </p:nvSpPr>
        <p:spPr>
          <a:xfrm>
            <a:off x="11208327" y="4274127"/>
            <a:ext cx="789709" cy="23552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hteck 37"/>
          <p:cNvSpPr/>
          <p:nvPr/>
        </p:nvSpPr>
        <p:spPr>
          <a:xfrm>
            <a:off x="11208327" y="4516580"/>
            <a:ext cx="789709" cy="23552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3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erader Verbinder 42"/>
          <p:cNvCxnSpPr/>
          <p:nvPr/>
        </p:nvCxnSpPr>
        <p:spPr>
          <a:xfrm>
            <a:off x="1641764" y="3463173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/>
          <p:cNvCxnSpPr/>
          <p:nvPr/>
        </p:nvCxnSpPr>
        <p:spPr>
          <a:xfrm>
            <a:off x="471054" y="3463173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1222" y="3942050"/>
            <a:ext cx="2952750" cy="2257425"/>
          </a:xfrm>
          <a:prstGeom prst="rect">
            <a:avLst/>
          </a:prstGeom>
        </p:spPr>
      </p:pic>
      <p:sp>
        <p:nvSpPr>
          <p:cNvPr id="5" name="Rechteck 4"/>
          <p:cNvSpPr/>
          <p:nvPr/>
        </p:nvSpPr>
        <p:spPr>
          <a:xfrm>
            <a:off x="87457" y="3158836"/>
            <a:ext cx="9004493" cy="3642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Gerader Verbinder 8"/>
          <p:cNvCxnSpPr/>
          <p:nvPr/>
        </p:nvCxnSpPr>
        <p:spPr>
          <a:xfrm>
            <a:off x="2812474" y="3463637"/>
            <a:ext cx="0" cy="2916381"/>
          </a:xfrm>
          <a:prstGeom prst="line">
            <a:avLst/>
          </a:prstGeom>
          <a:ln w="635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3983184" y="3463176"/>
            <a:ext cx="0" cy="2916381"/>
          </a:xfrm>
          <a:prstGeom prst="line">
            <a:avLst/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2345896" y="3093848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rgbClr val="FF0000"/>
                </a:solidFill>
              </a:rPr>
              <a:t>Meridian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3328249" y="3105340"/>
            <a:ext cx="1317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err="1" smtClean="0">
                <a:solidFill>
                  <a:srgbClr val="FFFF00"/>
                </a:solidFill>
              </a:rPr>
              <a:t>Minutes</a:t>
            </a:r>
            <a:r>
              <a:rPr lang="de-DE" sz="1600" dirty="0" smtClean="0">
                <a:solidFill>
                  <a:srgbClr val="FFFF00"/>
                </a:solidFill>
              </a:rPr>
              <a:t> after</a:t>
            </a:r>
            <a:endParaRPr lang="en-GB" sz="1600" dirty="0">
              <a:solidFill>
                <a:srgbClr val="FFFF00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569459" y="643197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0m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3747094" y="643197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5m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30" name="Gerader Verbinder 29"/>
          <p:cNvCxnSpPr/>
          <p:nvPr/>
        </p:nvCxnSpPr>
        <p:spPr>
          <a:xfrm>
            <a:off x="5153893" y="3463176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/>
          <p:cNvCxnSpPr/>
          <p:nvPr/>
        </p:nvCxnSpPr>
        <p:spPr>
          <a:xfrm>
            <a:off x="6324603" y="3463175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/>
          <p:cNvCxnSpPr/>
          <p:nvPr/>
        </p:nvCxnSpPr>
        <p:spPr>
          <a:xfrm>
            <a:off x="7495311" y="3463176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/>
          <p:cNvSpPr/>
          <p:nvPr/>
        </p:nvSpPr>
        <p:spPr>
          <a:xfrm>
            <a:off x="1149927" y="3463172"/>
            <a:ext cx="1101437" cy="2916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/>
          <p:cNvSpPr/>
          <p:nvPr/>
        </p:nvSpPr>
        <p:spPr>
          <a:xfrm>
            <a:off x="87456" y="4578926"/>
            <a:ext cx="3280980" cy="4918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15 </a:t>
            </a:r>
            <a:r>
              <a:rPr lang="de-DE" sz="900" dirty="0" err="1" smtClean="0"/>
              <a:t>Minutes</a:t>
            </a:r>
            <a:r>
              <a:rPr lang="de-DE" sz="900" dirty="0" smtClean="0"/>
              <a:t> </a:t>
            </a:r>
            <a:r>
              <a:rPr lang="de-DE" sz="900" dirty="0" err="1" smtClean="0"/>
              <a:t>Exposure</a:t>
            </a:r>
            <a:endParaRPr lang="en-GB" sz="900" dirty="0"/>
          </a:p>
        </p:txBody>
      </p:sp>
      <p:sp>
        <p:nvSpPr>
          <p:cNvPr id="22" name="Rechteck 21"/>
          <p:cNvSpPr/>
          <p:nvPr/>
        </p:nvSpPr>
        <p:spPr>
          <a:xfrm>
            <a:off x="3546455" y="4577768"/>
            <a:ext cx="3515495" cy="4918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/>
          </a:p>
        </p:txBody>
      </p:sp>
      <p:sp>
        <p:nvSpPr>
          <p:cNvPr id="33" name="Rechteck 32"/>
          <p:cNvSpPr/>
          <p:nvPr/>
        </p:nvSpPr>
        <p:spPr>
          <a:xfrm>
            <a:off x="4457330" y="5259529"/>
            <a:ext cx="3273046" cy="4918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15 </a:t>
            </a:r>
            <a:r>
              <a:rPr lang="de-DE" sz="900" dirty="0" err="1" smtClean="0"/>
              <a:t>Minutes</a:t>
            </a:r>
            <a:r>
              <a:rPr lang="de-DE" sz="900" dirty="0" smtClean="0"/>
              <a:t> </a:t>
            </a:r>
            <a:r>
              <a:rPr lang="de-DE" sz="900" dirty="0" err="1" smtClean="0"/>
              <a:t>Exposure</a:t>
            </a:r>
            <a:endParaRPr lang="en-GB" sz="900" dirty="0"/>
          </a:p>
        </p:txBody>
      </p:sp>
      <p:sp>
        <p:nvSpPr>
          <p:cNvPr id="35" name="Rechteck 34"/>
          <p:cNvSpPr/>
          <p:nvPr/>
        </p:nvSpPr>
        <p:spPr>
          <a:xfrm>
            <a:off x="4049145" y="5259529"/>
            <a:ext cx="367957" cy="4918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Flip</a:t>
            </a:r>
            <a:endParaRPr lang="en-GB" sz="900" dirty="0"/>
          </a:p>
        </p:txBody>
      </p:sp>
      <p:cxnSp>
        <p:nvCxnSpPr>
          <p:cNvPr id="31" name="Gewinkelte Verbindung 30"/>
          <p:cNvCxnSpPr/>
          <p:nvPr/>
        </p:nvCxnSpPr>
        <p:spPr>
          <a:xfrm>
            <a:off x="3373481" y="4824846"/>
            <a:ext cx="174859" cy="680603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hteck 36"/>
          <p:cNvSpPr/>
          <p:nvPr/>
        </p:nvSpPr>
        <p:spPr>
          <a:xfrm>
            <a:off x="11224997" y="4269364"/>
            <a:ext cx="789709" cy="47581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hteck 39"/>
          <p:cNvSpPr/>
          <p:nvPr/>
        </p:nvSpPr>
        <p:spPr>
          <a:xfrm>
            <a:off x="3542611" y="5259530"/>
            <a:ext cx="454427" cy="491837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smtClean="0"/>
              <a:t>Pause</a:t>
            </a:r>
            <a:endParaRPr lang="en-GB" sz="800" dirty="0"/>
          </a:p>
        </p:txBody>
      </p:sp>
      <p:pic>
        <p:nvPicPr>
          <p:cNvPr id="47" name="Grafik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9" y="16389"/>
            <a:ext cx="12051591" cy="3077002"/>
          </a:xfrm>
          <a:prstGeom prst="rect">
            <a:avLst/>
          </a:prstGeom>
        </p:spPr>
      </p:pic>
      <p:cxnSp>
        <p:nvCxnSpPr>
          <p:cNvPr id="48" name="Gerader Verbinder 47"/>
          <p:cNvCxnSpPr/>
          <p:nvPr/>
        </p:nvCxnSpPr>
        <p:spPr>
          <a:xfrm>
            <a:off x="6127750" y="88900"/>
            <a:ext cx="2886" cy="26820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/>
          <p:cNvCxnSpPr/>
          <p:nvPr/>
        </p:nvCxnSpPr>
        <p:spPr>
          <a:xfrm>
            <a:off x="6165850" y="88900"/>
            <a:ext cx="2886" cy="2682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hteck 50"/>
          <p:cNvSpPr/>
          <p:nvPr/>
        </p:nvSpPr>
        <p:spPr>
          <a:xfrm>
            <a:off x="6051550" y="551989"/>
            <a:ext cx="228600" cy="138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Gerader Verbinder 51"/>
          <p:cNvCxnSpPr/>
          <p:nvPr/>
        </p:nvCxnSpPr>
        <p:spPr>
          <a:xfrm flipV="1">
            <a:off x="87456" y="683608"/>
            <a:ext cx="5964095" cy="2473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/>
          <p:cNvCxnSpPr/>
          <p:nvPr/>
        </p:nvCxnSpPr>
        <p:spPr>
          <a:xfrm flipH="1" flipV="1">
            <a:off x="6280151" y="683607"/>
            <a:ext cx="2811799" cy="2474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50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331" y="3948338"/>
            <a:ext cx="2952750" cy="2257425"/>
          </a:xfrm>
          <a:prstGeom prst="rect">
            <a:avLst/>
          </a:prstGeom>
        </p:spPr>
      </p:pic>
      <p:sp>
        <p:nvSpPr>
          <p:cNvPr id="45" name="Rechteck 44"/>
          <p:cNvSpPr/>
          <p:nvPr/>
        </p:nvSpPr>
        <p:spPr>
          <a:xfrm>
            <a:off x="1738744" y="3456245"/>
            <a:ext cx="2299855" cy="2916381"/>
          </a:xfrm>
          <a:prstGeom prst="rect">
            <a:avLst/>
          </a:prstGeom>
          <a:pattFill prst="ltUpDiag">
            <a:fgClr>
              <a:srgbClr val="70330A"/>
            </a:fgClr>
            <a:bgClr>
              <a:schemeClr val="bg2">
                <a:lumMod val="2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600" dirty="0"/>
          </a:p>
        </p:txBody>
      </p:sp>
      <p:sp>
        <p:nvSpPr>
          <p:cNvPr id="5" name="Rechteck 4"/>
          <p:cNvSpPr/>
          <p:nvPr/>
        </p:nvSpPr>
        <p:spPr>
          <a:xfrm>
            <a:off x="93878" y="3170785"/>
            <a:ext cx="9004493" cy="3642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u="sng" dirty="0"/>
          </a:p>
        </p:txBody>
      </p:sp>
      <p:cxnSp>
        <p:nvCxnSpPr>
          <p:cNvPr id="9" name="Gerader Verbinder 8"/>
          <p:cNvCxnSpPr/>
          <p:nvPr/>
        </p:nvCxnSpPr>
        <p:spPr>
          <a:xfrm>
            <a:off x="2902528" y="3463637"/>
            <a:ext cx="0" cy="2916381"/>
          </a:xfrm>
          <a:prstGeom prst="line">
            <a:avLst/>
          </a:prstGeom>
          <a:ln w="635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4073238" y="3463176"/>
            <a:ext cx="0" cy="2916381"/>
          </a:xfrm>
          <a:prstGeom prst="line">
            <a:avLst/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2435950" y="3093848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rgbClr val="FF0000"/>
                </a:solidFill>
              </a:rPr>
              <a:t>Meridian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3418303" y="3105340"/>
            <a:ext cx="1317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err="1" smtClean="0">
                <a:solidFill>
                  <a:srgbClr val="FFFF00"/>
                </a:solidFill>
              </a:rPr>
              <a:t>Minutes</a:t>
            </a:r>
            <a:r>
              <a:rPr lang="de-DE" sz="1600" dirty="0" smtClean="0">
                <a:solidFill>
                  <a:srgbClr val="FFFF00"/>
                </a:solidFill>
              </a:rPr>
              <a:t> after</a:t>
            </a:r>
            <a:endParaRPr lang="en-GB" sz="1600" dirty="0">
              <a:solidFill>
                <a:srgbClr val="FFFF00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659513" y="643197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0m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3837148" y="643197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5m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7831091" y="6431972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30m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30" name="Gerader Verbinder 29"/>
          <p:cNvCxnSpPr/>
          <p:nvPr/>
        </p:nvCxnSpPr>
        <p:spPr>
          <a:xfrm>
            <a:off x="5243947" y="3463176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/>
          <p:cNvCxnSpPr/>
          <p:nvPr/>
        </p:nvCxnSpPr>
        <p:spPr>
          <a:xfrm>
            <a:off x="6414657" y="3463175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/>
          <p:cNvCxnSpPr/>
          <p:nvPr/>
        </p:nvCxnSpPr>
        <p:spPr>
          <a:xfrm>
            <a:off x="7585365" y="3463176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/>
          <p:cNvSpPr/>
          <p:nvPr/>
        </p:nvSpPr>
        <p:spPr>
          <a:xfrm>
            <a:off x="1149927" y="3463172"/>
            <a:ext cx="1101437" cy="2916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/>
          <p:cNvSpPr/>
          <p:nvPr/>
        </p:nvSpPr>
        <p:spPr>
          <a:xfrm>
            <a:off x="93878" y="4633705"/>
            <a:ext cx="1195761" cy="4918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u="sng" dirty="0" smtClean="0"/>
              <a:t>15 </a:t>
            </a:r>
            <a:r>
              <a:rPr lang="de-DE" sz="900" u="sng" dirty="0" err="1" smtClean="0"/>
              <a:t>Minutes</a:t>
            </a:r>
            <a:r>
              <a:rPr lang="de-DE" sz="900" u="sng" dirty="0" smtClean="0"/>
              <a:t> </a:t>
            </a:r>
            <a:r>
              <a:rPr lang="de-DE" sz="900" u="sng" dirty="0" err="1" smtClean="0"/>
              <a:t>Exposure</a:t>
            </a:r>
            <a:endParaRPr lang="en-GB" sz="900" u="sng" dirty="0"/>
          </a:p>
        </p:txBody>
      </p:sp>
      <p:sp>
        <p:nvSpPr>
          <p:cNvPr id="22" name="Rechteck 21"/>
          <p:cNvSpPr/>
          <p:nvPr/>
        </p:nvSpPr>
        <p:spPr>
          <a:xfrm>
            <a:off x="1453538" y="4639596"/>
            <a:ext cx="3515495" cy="4918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/>
          </a:p>
        </p:txBody>
      </p:sp>
      <p:sp>
        <p:nvSpPr>
          <p:cNvPr id="33" name="Rechteck 32"/>
          <p:cNvSpPr/>
          <p:nvPr/>
        </p:nvSpPr>
        <p:spPr>
          <a:xfrm>
            <a:off x="4547384" y="5259529"/>
            <a:ext cx="3273046" cy="4918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15 </a:t>
            </a:r>
            <a:r>
              <a:rPr lang="de-DE" sz="900" dirty="0" err="1" smtClean="0"/>
              <a:t>Minutes</a:t>
            </a:r>
            <a:r>
              <a:rPr lang="de-DE" sz="900" dirty="0" smtClean="0"/>
              <a:t> </a:t>
            </a:r>
            <a:r>
              <a:rPr lang="de-DE" sz="900" dirty="0" err="1" smtClean="0"/>
              <a:t>Exposure</a:t>
            </a:r>
            <a:endParaRPr lang="en-GB" sz="900" dirty="0"/>
          </a:p>
        </p:txBody>
      </p:sp>
      <p:sp>
        <p:nvSpPr>
          <p:cNvPr id="35" name="Rechteck 34"/>
          <p:cNvSpPr/>
          <p:nvPr/>
        </p:nvSpPr>
        <p:spPr>
          <a:xfrm>
            <a:off x="4139199" y="5259529"/>
            <a:ext cx="367957" cy="4918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Flip</a:t>
            </a:r>
            <a:endParaRPr lang="en-GB" sz="900" dirty="0"/>
          </a:p>
        </p:txBody>
      </p:sp>
      <p:cxnSp>
        <p:nvCxnSpPr>
          <p:cNvPr id="31" name="Gewinkelte Verbindung 30"/>
          <p:cNvCxnSpPr/>
          <p:nvPr/>
        </p:nvCxnSpPr>
        <p:spPr>
          <a:xfrm>
            <a:off x="1287048" y="4824844"/>
            <a:ext cx="174859" cy="680603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hteck 36"/>
          <p:cNvSpPr/>
          <p:nvPr/>
        </p:nvSpPr>
        <p:spPr>
          <a:xfrm>
            <a:off x="11224994" y="4271747"/>
            <a:ext cx="789709" cy="23552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hteck 37"/>
          <p:cNvSpPr/>
          <p:nvPr/>
        </p:nvSpPr>
        <p:spPr>
          <a:xfrm>
            <a:off x="11224994" y="5559581"/>
            <a:ext cx="789709" cy="235528"/>
          </a:xfrm>
          <a:prstGeom prst="rect">
            <a:avLst/>
          </a:prstGeom>
          <a:noFill/>
          <a:ln>
            <a:solidFill>
              <a:srgbClr val="D000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hteck 39"/>
          <p:cNvSpPr/>
          <p:nvPr/>
        </p:nvSpPr>
        <p:spPr>
          <a:xfrm>
            <a:off x="1461907" y="5259530"/>
            <a:ext cx="2625185" cy="491837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smtClean="0"/>
              <a:t>Pause</a:t>
            </a:r>
            <a:endParaRPr lang="en-GB" sz="800" dirty="0"/>
          </a:p>
        </p:txBody>
      </p:sp>
      <p:cxnSp>
        <p:nvCxnSpPr>
          <p:cNvPr id="39" name="Gerader Verbinder 38"/>
          <p:cNvCxnSpPr/>
          <p:nvPr/>
        </p:nvCxnSpPr>
        <p:spPr>
          <a:xfrm>
            <a:off x="1731818" y="3463173"/>
            <a:ext cx="0" cy="29163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1453538" y="6379553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-5m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4" name="Textfeld 43"/>
          <p:cNvSpPr txBox="1"/>
          <p:nvPr/>
        </p:nvSpPr>
        <p:spPr>
          <a:xfrm>
            <a:off x="1125367" y="3112671"/>
            <a:ext cx="1267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rgbClr val="D000B7"/>
                </a:solidFill>
              </a:rPr>
              <a:t>Pause </a:t>
            </a:r>
            <a:r>
              <a:rPr lang="de-DE" sz="1600" dirty="0" err="1" smtClean="0">
                <a:solidFill>
                  <a:srgbClr val="D000B7"/>
                </a:solidFill>
              </a:rPr>
              <a:t>before</a:t>
            </a:r>
            <a:endParaRPr lang="en-GB" sz="1600" dirty="0">
              <a:solidFill>
                <a:srgbClr val="D000B7"/>
              </a:solidFill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2087142" y="3405224"/>
            <a:ext cx="1630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err="1" smtClean="0">
                <a:solidFill>
                  <a:schemeClr val="bg1"/>
                </a:solidFill>
              </a:rPr>
              <a:t>Obstruction</a:t>
            </a:r>
            <a:r>
              <a:rPr lang="de-DE" sz="1600" dirty="0" smtClean="0">
                <a:solidFill>
                  <a:schemeClr val="bg1"/>
                </a:solidFill>
              </a:rPr>
              <a:t> Zone</a:t>
            </a:r>
            <a:endParaRPr lang="en-GB" sz="1600" dirty="0">
              <a:solidFill>
                <a:schemeClr val="bg1"/>
              </a:solidFill>
            </a:endParaRPr>
          </a:p>
        </p:txBody>
      </p:sp>
      <p:cxnSp>
        <p:nvCxnSpPr>
          <p:cNvPr id="46" name="Gerader Verbinder 45"/>
          <p:cNvCxnSpPr/>
          <p:nvPr/>
        </p:nvCxnSpPr>
        <p:spPr>
          <a:xfrm>
            <a:off x="1745469" y="3463172"/>
            <a:ext cx="0" cy="2916381"/>
          </a:xfrm>
          <a:prstGeom prst="line">
            <a:avLst/>
          </a:prstGeom>
          <a:ln w="63500">
            <a:solidFill>
              <a:srgbClr val="D000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fik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9" y="16389"/>
            <a:ext cx="12051591" cy="3077002"/>
          </a:xfrm>
          <a:prstGeom prst="rect">
            <a:avLst/>
          </a:prstGeom>
        </p:spPr>
      </p:pic>
      <p:cxnSp>
        <p:nvCxnSpPr>
          <p:cNvPr id="48" name="Gerader Verbinder 47"/>
          <p:cNvCxnSpPr/>
          <p:nvPr/>
        </p:nvCxnSpPr>
        <p:spPr>
          <a:xfrm>
            <a:off x="6127750" y="88900"/>
            <a:ext cx="2886" cy="26820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/>
          <p:cNvCxnSpPr/>
          <p:nvPr/>
        </p:nvCxnSpPr>
        <p:spPr>
          <a:xfrm>
            <a:off x="6165850" y="88900"/>
            <a:ext cx="2886" cy="268200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/>
          <p:cNvCxnSpPr/>
          <p:nvPr/>
        </p:nvCxnSpPr>
        <p:spPr>
          <a:xfrm>
            <a:off x="6092825" y="88899"/>
            <a:ext cx="2886" cy="2682009"/>
          </a:xfrm>
          <a:prstGeom prst="line">
            <a:avLst/>
          </a:prstGeom>
          <a:ln>
            <a:solidFill>
              <a:srgbClr val="D000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hteck 50"/>
          <p:cNvSpPr/>
          <p:nvPr/>
        </p:nvSpPr>
        <p:spPr>
          <a:xfrm>
            <a:off x="6051550" y="551989"/>
            <a:ext cx="228600" cy="138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Gerader Verbinder 51"/>
          <p:cNvCxnSpPr/>
          <p:nvPr/>
        </p:nvCxnSpPr>
        <p:spPr>
          <a:xfrm flipV="1">
            <a:off x="87456" y="683608"/>
            <a:ext cx="5964095" cy="2473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/>
          <p:cNvCxnSpPr/>
          <p:nvPr/>
        </p:nvCxnSpPr>
        <p:spPr>
          <a:xfrm flipH="1" flipV="1">
            <a:off x="6280151" y="683607"/>
            <a:ext cx="2811799" cy="2474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827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Breitbild</PresentationFormat>
  <Paragraphs>37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Microsoft-Konto</dc:creator>
  <cp:lastModifiedBy>Microsoft-Konto</cp:lastModifiedBy>
  <cp:revision>11</cp:revision>
  <dcterms:created xsi:type="dcterms:W3CDTF">2021-10-16T19:17:44Z</dcterms:created>
  <dcterms:modified xsi:type="dcterms:W3CDTF">2021-10-16T19:23:08Z</dcterms:modified>
</cp:coreProperties>
</file>